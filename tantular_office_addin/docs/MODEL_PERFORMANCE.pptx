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300" b="1">
                <a:solidFill>
                  <a:srgbClr val="B45309"/>
                </a:solidFill>
                <a:latin typeface="Consolas"/>
              </a:rPr>
              <a:t>TANTULAR OFFICE  ·  FACILITATOR REFERENCE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4400" b="1">
                <a:solidFill>
                  <a:srgbClr val="1A1A1E"/>
                </a:solidFill>
                <a:latin typeface="Calibri"/>
              </a:rPr>
              <a:t>Why “Buat Deck” Seems to Loop Forever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6B76"/>
                </a:solidFill>
                <a:latin typeface="Calibri"/>
              </a:rPr>
              <a:t>Local model performance, RAM limits, and what to promise participants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Consolas"/>
              </a:rPr>
              <a:t>THE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E"/>
                </a:solidFill>
                <a:latin typeface="Calibri"/>
              </a:rPr>
              <a:t>What participants tell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9050"/>
          </a:xfrm>
          <a:prstGeom prst="rect">
            <a:avLst/>
          </a:prstGeom>
          <a:solidFill>
            <a:srgbClr val="E0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They click Buat Deck — nothing happens for minutes.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They click again. And again.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The add-in appears to loop endlessly and never produces a deck.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Eventually: “Permintaan model lokal terlalu lama.”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45309"/>
                </a:solidFill>
                <a:latin typeface="Calibri"/>
              </a:rPr>
              <a:t>There is no loop in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Consolas"/>
              </a:rPr>
              <a:t>THE MECHANISM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E"/>
                </a:solidFill>
                <a:latin typeface="Calibri"/>
              </a:rPr>
              <a:t>What is actually happening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9050"/>
          </a:xfrm>
          <a:prstGeom prst="rect">
            <a:avLst/>
          </a:prstGeom>
          <a:solidFill>
            <a:srgbClr val="E0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Each click sends ONE request with an 8-minute budget (timeoutMs: 480_000).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The 9B model can’t finish inside that budget on an under-provisioned laptop.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The request aborts → “Permintaan model lokal terlalu lama.”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It falls back to the smaller chat model — weaker result, or fails too.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Every extra click while waiting queues another request behind the stuck one.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Ollama serves them serially, so each retry makes the machine slower.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45309"/>
                </a:solidFill>
                <a:latin typeface="Calibri"/>
              </a:rPr>
              <a:t>That queue-behind-a-stuck-request is what reads as “looping endlessly”.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Consolas"/>
              </a:rPr>
              <a:t>ROOT CAUSE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E"/>
                </a:solidFill>
                <a:latin typeface="Calibri"/>
              </a:rPr>
              <a:t>It’s RAM — not the add-in, not Ollama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9050"/>
          </a:xfrm>
          <a:prstGeom prst="rect">
            <a:avLst/>
          </a:prstGeom>
          <a:solidFill>
            <a:srgbClr val="E0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The 9B model is roughly 6.6 GB of weights.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If it doesn’t fit in physical memory, the OS swaps it to disk.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Generation drops from tens of tokens/sec to a fraction of one.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Check: Windows → Task Manager → Performance → Memory.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Check: macOS → Activity Monitor → Memory (or sysctl -n hw.memsize).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4434840"/>
          <a:ext cx="1054577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443"/>
                <a:gridCol w="7909331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Installed RAM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9B model verdict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16 GB or more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Full 9B experience, works as designed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12 – 16 GB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Usable but slow; close other apps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Under 12 GB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Painful — use the lite model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Under 8 GB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Effectively unusable with 9B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Consolas"/>
              </a:rPr>
              <a:t>IMMEDIATE FIX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E"/>
                </a:solidFill>
                <a:latin typeface="Calibri"/>
              </a:rPr>
              <a:t>Two minutes on the affected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9050"/>
          </a:xfrm>
          <a:prstGeom prst="rect">
            <a:avLst/>
          </a:prstGeom>
          <a:solidFill>
            <a:srgbClr val="E0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1.  Quit Ollama from the system tray, then start it again — clears the stuck queue.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2.  In the workshop folder: TANTULAR_OFFICE_BASE_MODEL=qwen3.5:4b TANTULAR_OFFICE_MODEL_NAME=tantular-office:lite npm run model:office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3.  Pane → Pengaturan model lokal → Model Studio = tantular-office:lite → Simpan → Tes.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4.  Click Buat Deck ONCE and wait.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5309"/>
                </a:solidFill>
                <a:latin typeface="Calibri"/>
              </a:rPr>
              <a:t>Do not re-click while the spinner runs — that is what builds the queue.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Consolas"/>
              </a:rPr>
              <a:t>WORKSHOP PACKAGE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E"/>
                </a:solidFill>
                <a:latin typeface="Calibri"/>
              </a:rPr>
              <a:t>Installers build the Office profile by 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9050"/>
          </a:xfrm>
          <a:prstGeom prst="rect">
            <a:avLst/>
          </a:prstGeom>
          <a:solidFill>
            <a:srgbClr val="E0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Installers pull the official Qwen3.5 base from Ollama and apply the local Office profile.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RAM detected automatically (sysctl / Win32_ComputerSystem).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A1A1E"/>
                </a:solidFill>
                <a:latin typeface="Calibri"/>
              </a:rPr>
              <a:t>• Below 12 GB they skip the 9B and build the lite (4B) alias instead.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3931920"/>
          <a:ext cx="10545775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Machine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Base pulled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Model Studio field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≥ 12 GB RAM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qwen3.5:9b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tantular-office:0.4-9b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&lt; 12 GB RAM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qwen3.5:4b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tantular-office:lite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21208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76"/>
                </a:solidFill>
                <a:latin typeface="Calibri"/>
              </a:rPr>
              <a:t>The pulled model is aliased to the local name the add-in expects, so defaults keep working. On the lite path the installer prints, in bold, the tag to enter in Model Studio. The support page carries a troubleshooting entry for this exact symptom.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Consolas"/>
              </a:rPr>
              <a:t>DIAGNOSTICS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E"/>
                </a:solidFill>
                <a:latin typeface="Calibri"/>
              </a:rPr>
              <a:t>Timeout budgets by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9050"/>
          </a:xfrm>
          <a:prstGeom prst="rect">
            <a:avLst/>
          </a:prstGeom>
          <a:solidFill>
            <a:srgbClr val="E0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86000"/>
          <a:ext cx="1054577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1757629"/>
                <a:gridCol w="3515258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Model used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Studio tasks (deck, document, workbook)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480 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Model Studio (9B / lite)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General chat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90 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chat model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Vision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180 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vision model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“Tes model terpilih” connection check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180 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selected model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93776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76"/>
                </a:solidFill>
                <a:latin typeface="Calibri"/>
              </a:rPr>
              <a:t>The first call after startup includes cold-start model load — it is legitimately the slowest of the session. Wait it out before concluding anything is broken.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Consolas"/>
              </a:rPr>
              <a:t>EXPECTATIONS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E"/>
                </a:solidFill>
                <a:latin typeface="Calibri"/>
              </a:rPr>
              <a:t>9B vs lite — what people actually 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9050"/>
          </a:xfrm>
          <a:prstGeom prst="rect">
            <a:avLst/>
          </a:prstGeom>
          <a:solidFill>
            <a:srgbClr val="E0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194560"/>
          <a:ext cx="10545774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tantular-office (9B)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E"/>
                          </a:solidFill>
                          <a:latin typeface="Calibri"/>
                        </a:rPr>
                        <a:t>tantular-office:lite (4B)</a:t>
                      </a:r>
                    </a:p>
                  </a:txBody>
                  <a:tcPr marL="109728" marT="36576" marB="36576">
                    <a:solidFill>
                      <a:srgbClr val="F1EE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Weights on disk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~6.6 GB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~3.4 GB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Minimum comfortable RAM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16 GB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8 GB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Deck structure and section flow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Best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Good — proper structured decks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Nuance, long-document reasoning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Stronger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A step below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Risk of Studio timeouts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High under 12 GB RAM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338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39496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E"/>
                </a:solidFill>
                <a:latin typeface="Calibri"/>
              </a:rPr>
              <a:t>Deck quality on 4B is a step below 9B but still produces properly structured decks — vastly better than timeouts and fallbacks.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45309"/>
                </a:solidFill>
                <a:latin typeface="Consolas"/>
              </a:rPr>
              <a:t>FACILITATOR CHECKLIST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E"/>
                </a:solidFill>
                <a:latin typeface="Calibri"/>
              </a:rPr>
              <a:t>Two lines to carry into the 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9050"/>
          </a:xfrm>
          <a:prstGeom prst="rect">
            <a:avLst/>
          </a:prstGeom>
          <a:solidFill>
            <a:srgbClr val="E0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97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On the workshop invitation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E"/>
                </a:solidFill>
                <a:latin typeface="Calibri"/>
              </a:rPr>
              <a:t>16 GB RAM → full 9B experience.  8 GB RAM → lite model, still works. Below 12 GB the installer automatically switches to tantular-office:lite.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9997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Say out loud before the first exercise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E"/>
                </a:solidFill>
                <a:latin typeface="Calibri"/>
              </a:rPr>
              <a:t>Click Buat Deck once and wait for the spinner. Clicking again does not speed it up — it queues another request and slows the machine 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